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70" r:id="rId3"/>
    <p:sldId id="272" r:id="rId4"/>
    <p:sldId id="271" r:id="rId5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B29"/>
    <a:srgbClr val="EDF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2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10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58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54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62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62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142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25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97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02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19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608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809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2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BB9-4A14-43EA-BE08-F7545E444ACA}"/>
              </a:ext>
            </a:extLst>
          </p:cNvPr>
          <p:cNvSpPr/>
          <p:nvPr/>
        </p:nvSpPr>
        <p:spPr>
          <a:xfrm rot="5400000">
            <a:off x="4739827" y="2409973"/>
            <a:ext cx="3382657" cy="2388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921" b="1" dirty="0">
                <a:ln w="5715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ALTIS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7F5E56-33E6-47F9-91B6-8CA099257E63}"/>
              </a:ext>
            </a:extLst>
          </p:cNvPr>
          <p:cNvSpPr/>
          <p:nvPr/>
        </p:nvSpPr>
        <p:spPr>
          <a:xfrm>
            <a:off x="0" y="1"/>
            <a:ext cx="1778402" cy="719931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5" tIns="34282" rIns="68565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FFA562-1824-411D-93A0-A83A8688678A}"/>
              </a:ext>
            </a:extLst>
          </p:cNvPr>
          <p:cNvSpPr txBox="1"/>
          <p:nvPr/>
        </p:nvSpPr>
        <p:spPr>
          <a:xfrm>
            <a:off x="0" y="515595"/>
            <a:ext cx="719931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30ED816-34E0-42BD-9777-6649DC5C4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100" y="199317"/>
            <a:ext cx="619469" cy="41298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77BC0E9-590B-4617-80FA-BEB23ED6E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902" y="2462331"/>
            <a:ext cx="619471" cy="41298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E381A43-265A-4FF7-A0AF-FA179C71E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850" y="6556183"/>
            <a:ext cx="611371" cy="40511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4D85519-934B-4EEF-A060-FAF9F83AAA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902" y="2908244"/>
            <a:ext cx="619471" cy="41298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D561FEF-A0ED-4FEC-856F-81427ED138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241" y="1546068"/>
            <a:ext cx="619471" cy="41298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053A1A19-A160-447C-95A5-0BFD47DD22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950" y="3371482"/>
            <a:ext cx="611371" cy="41298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A832128-32D5-4C99-B145-6D0F755F2D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100" y="1092502"/>
            <a:ext cx="619475" cy="41298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690EF34-8E12-465D-8D9B-19E93B8DD2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850" y="6100648"/>
            <a:ext cx="611371" cy="41298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DE51ACAC-8D56-4E14-8BDA-5C209D9AB03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1904" y="1999275"/>
            <a:ext cx="619471" cy="41298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9301068-8CC3-4CE2-B8D7-429AC3AE0B1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341" y="647078"/>
            <a:ext cx="611228" cy="41298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B82396E-9FA5-459B-8F3C-80C1A2B118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1902" y="4285029"/>
            <a:ext cx="619471" cy="41298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1B1A0551-C709-4EFC-8650-90FE26CBD5C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3801" y="3825222"/>
            <a:ext cx="619471" cy="41298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A2C8907-723B-4E68-978F-C063A00167C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0507" y="5640007"/>
            <a:ext cx="619469" cy="41661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8EEAC71-AD18-4CC1-B966-C5C6DA09E24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0507" y="4735557"/>
            <a:ext cx="619471" cy="41798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5ECB95A-E4CB-4403-830B-5B9DD78AD1E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0507" y="5193764"/>
            <a:ext cx="619471" cy="4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2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BB9-4A14-43EA-BE08-F7545E444ACA}"/>
              </a:ext>
            </a:extLst>
          </p:cNvPr>
          <p:cNvSpPr/>
          <p:nvPr/>
        </p:nvSpPr>
        <p:spPr>
          <a:xfrm rot="5400000">
            <a:off x="4686126" y="2761896"/>
            <a:ext cx="3490058" cy="1684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0347" b="1" dirty="0">
                <a:ln w="5715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STRATIS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C92446-67DE-43B6-90E2-84E9A035A8D7}"/>
              </a:ext>
            </a:extLst>
          </p:cNvPr>
          <p:cNvSpPr/>
          <p:nvPr/>
        </p:nvSpPr>
        <p:spPr>
          <a:xfrm>
            <a:off x="0" y="1"/>
            <a:ext cx="1778402" cy="719931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5" tIns="34282" rIns="68565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0332E7-A35B-40D1-AEDA-13B194B07D12}"/>
              </a:ext>
            </a:extLst>
          </p:cNvPr>
          <p:cNvSpPr txBox="1"/>
          <p:nvPr/>
        </p:nvSpPr>
        <p:spPr>
          <a:xfrm>
            <a:off x="-1" y="515595"/>
            <a:ext cx="719931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C91041-6675-4C42-B6DD-65308DCE0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100" y="199317"/>
            <a:ext cx="619469" cy="41298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E50C673-F5BD-48DE-97F9-1AFB83D9B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902" y="2462331"/>
            <a:ext cx="619471" cy="41298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417AE8D-BBDF-49E4-9B70-790564BFA7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850" y="6556183"/>
            <a:ext cx="611371" cy="40511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3ED7400-1C13-4945-A544-29B7649C38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902" y="2908244"/>
            <a:ext cx="619471" cy="41298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7FCCD55-90A9-49B2-B5DF-2DB35B62DD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241" y="1546068"/>
            <a:ext cx="619471" cy="41298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7B0C81C-532E-4504-97F2-9874AECA4B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950" y="3371482"/>
            <a:ext cx="611371" cy="41298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01E8FBC-F49C-4F77-B5E0-DD6277C42B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100" y="1092502"/>
            <a:ext cx="619475" cy="41298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BAF8F91-9BC5-4CBF-8D6D-E7E051B732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850" y="6100648"/>
            <a:ext cx="611371" cy="41298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D70C911-B6C4-496B-9BFF-C22D87545A4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1904" y="1999275"/>
            <a:ext cx="619471" cy="41298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FCFBA07-2F8C-4778-BDA2-B2D6D0F9632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341" y="647078"/>
            <a:ext cx="611228" cy="41298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F807DDA-A3B7-410C-A3CF-84B122A9176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1902" y="4285029"/>
            <a:ext cx="619471" cy="41298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34BFE0E-1A92-4172-AA30-D690AC10C99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3801" y="3825222"/>
            <a:ext cx="619471" cy="41298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62ECAB0-0548-41F7-8678-DDF2986315C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0507" y="5640007"/>
            <a:ext cx="619469" cy="41661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7B15B1C1-60BA-4F7A-9DE9-0AF4208F95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0507" y="4735557"/>
            <a:ext cx="619471" cy="41798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01C9B32-5289-4330-A034-022A3A8FC2A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0507" y="5193764"/>
            <a:ext cx="619471" cy="4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8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BB9-4A14-43EA-BE08-F7545E444ACA}"/>
              </a:ext>
            </a:extLst>
          </p:cNvPr>
          <p:cNvSpPr/>
          <p:nvPr/>
        </p:nvSpPr>
        <p:spPr>
          <a:xfrm rot="5400000">
            <a:off x="4707768" y="2761896"/>
            <a:ext cx="3446777" cy="1684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0347" b="1" dirty="0">
                <a:ln w="5715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MALDEN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C92446-67DE-43B6-90E2-84E9A035A8D7}"/>
              </a:ext>
            </a:extLst>
          </p:cNvPr>
          <p:cNvSpPr/>
          <p:nvPr/>
        </p:nvSpPr>
        <p:spPr>
          <a:xfrm>
            <a:off x="0" y="1"/>
            <a:ext cx="1778402" cy="719931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5" tIns="34282" rIns="68565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5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C91041-6675-4C42-B6DD-65308DCE0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100" y="199317"/>
            <a:ext cx="619469" cy="41298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E50C673-F5BD-48DE-97F9-1AFB83D9B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902" y="2462331"/>
            <a:ext cx="619471" cy="41298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417AE8D-BBDF-49E4-9B70-790564BFA7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850" y="6556183"/>
            <a:ext cx="611371" cy="40511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3ED7400-1C13-4945-A544-29B7649C38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902" y="2908244"/>
            <a:ext cx="619471" cy="41298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7FCCD55-90A9-49B2-B5DF-2DB35B62DD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241" y="1546068"/>
            <a:ext cx="619471" cy="41298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7B0C81C-532E-4504-97F2-9874AECA4B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950" y="3371482"/>
            <a:ext cx="611371" cy="41298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01E8FBC-F49C-4F77-B5E0-DD6277C42B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100" y="1092502"/>
            <a:ext cx="619475" cy="41298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BAF8F91-9BC5-4CBF-8D6D-E7E051B732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850" y="6100648"/>
            <a:ext cx="611371" cy="41298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D70C911-B6C4-496B-9BFF-C22D87545A4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1904" y="1999275"/>
            <a:ext cx="619471" cy="41298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FCFBA07-2F8C-4778-BDA2-B2D6D0F9632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341" y="647078"/>
            <a:ext cx="611228" cy="41298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F807DDA-A3B7-410C-A3CF-84B122A9176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1902" y="4285029"/>
            <a:ext cx="619471" cy="412981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34BFE0E-1A92-4172-AA30-D690AC10C99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3801" y="3825222"/>
            <a:ext cx="619471" cy="41298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62ECAB0-0548-41F7-8678-DDF2986315C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0507" y="5640007"/>
            <a:ext cx="619469" cy="41661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7B15B1C1-60BA-4F7A-9DE9-0AF4208F95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0507" y="4735557"/>
            <a:ext cx="619471" cy="41798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01C9B32-5289-4330-A034-022A3A8FC2A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0507" y="5193764"/>
            <a:ext cx="619471" cy="4037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B7A6E9-3612-45B5-A338-A5AFDF8859CC}"/>
              </a:ext>
            </a:extLst>
          </p:cNvPr>
          <p:cNvSpPr txBox="1"/>
          <p:nvPr/>
        </p:nvSpPr>
        <p:spPr>
          <a:xfrm>
            <a:off x="-1" y="515595"/>
            <a:ext cx="719931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4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r>
              <a:rPr lang="fr-FR" sz="124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24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3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295252-B0DC-459A-994D-9788B28877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4" r="7399"/>
          <a:stretch/>
        </p:blipFill>
        <p:spPr>
          <a:xfrm>
            <a:off x="-7158" y="0"/>
            <a:ext cx="7213535" cy="624100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026" y="400788"/>
            <a:ext cx="799356" cy="5329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7776" y="733761"/>
            <a:ext cx="799358" cy="53290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9599" y="732221"/>
            <a:ext cx="788906" cy="52275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23368" y="134335"/>
            <a:ext cx="799358" cy="53290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16225" y="739845"/>
            <a:ext cx="799358" cy="532906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37136" y="739845"/>
            <a:ext cx="788906" cy="53290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26157" y="134335"/>
            <a:ext cx="799363" cy="53290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30383" y="103598"/>
            <a:ext cx="788906" cy="53290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8723" y="739845"/>
            <a:ext cx="799358" cy="53290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3181FCA-0FD8-4740-8120-80DB885A3E6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86095" y="120316"/>
            <a:ext cx="788721" cy="53290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E1C9E02-A996-4FCD-92B9-87509AA33B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85522" y="140524"/>
            <a:ext cx="799358" cy="532906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DC80BF19-4960-46C9-A3CB-5CCFFAEDBC5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60239" y="691858"/>
            <a:ext cx="799358" cy="53290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780B4BD-68F0-498C-AD40-83DF6B7569C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01783" y="117970"/>
            <a:ext cx="799356" cy="53759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D9080A9-9E5B-4BA2-BF99-6ACE18CF2C2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600879" y="724484"/>
            <a:ext cx="799358" cy="53936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F88C5B4-1208-4155-BD6D-83C0DBFFC7F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60239" y="115461"/>
            <a:ext cx="799358" cy="52104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7FBABBE-DABB-40F0-BFC7-78F406A5AB78}"/>
              </a:ext>
            </a:extLst>
          </p:cNvPr>
          <p:cNvSpPr txBox="1"/>
          <p:nvPr/>
        </p:nvSpPr>
        <p:spPr>
          <a:xfrm>
            <a:off x="-7158" y="3727719"/>
            <a:ext cx="716786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b="1" i="1" dirty="0">
                <a:ln w="38100">
                  <a:solidFill>
                    <a:schemeClr val="tx1"/>
                  </a:solidFill>
                </a:ln>
                <a:solidFill>
                  <a:srgbClr val="FFC000"/>
                </a:solidFill>
                <a:latin typeface="Bahnschrift Condensed" panose="020B0502040204020203" pitchFamily="34" charset="0"/>
              </a:rPr>
              <a:t>A</a:t>
            </a:r>
            <a:r>
              <a:rPr lang="fr-FR" sz="11500" b="1" i="1" dirty="0">
                <a:latin typeface="Bahnschrift Condensed" panose="020B0502040204020203" pitchFamily="34" charset="0"/>
              </a:rPr>
              <a:t>cute </a:t>
            </a:r>
            <a:r>
              <a:rPr lang="fr-FR" sz="11500" b="1" i="1" dirty="0">
                <a:ln w="38100">
                  <a:solidFill>
                    <a:schemeClr val="tx1"/>
                  </a:solidFill>
                </a:ln>
                <a:solidFill>
                  <a:srgbClr val="FFC000"/>
                </a:solidFill>
                <a:latin typeface="Bahnschrift Condensed" panose="020B0502040204020203" pitchFamily="34" charset="0"/>
              </a:rPr>
              <a:t>S</a:t>
            </a:r>
            <a:r>
              <a:rPr lang="fr-FR" sz="11500" b="1" i="1" dirty="0">
                <a:latin typeface="Bahnschrift Condensed" panose="020B0502040204020203" pitchFamily="34" charset="0"/>
              </a:rPr>
              <a:t>tress </a:t>
            </a:r>
          </a:p>
          <a:p>
            <a:pPr algn="ctr"/>
            <a:r>
              <a:rPr lang="fr-FR" sz="11500" b="1" i="1" dirty="0" err="1">
                <a:ln w="38100">
                  <a:solidFill>
                    <a:schemeClr val="tx1"/>
                  </a:solidFill>
                </a:ln>
                <a:solidFill>
                  <a:srgbClr val="FFC000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1500" b="1" i="1" dirty="0" err="1">
                <a:latin typeface="Bahnschrift Condensed" panose="020B0502040204020203" pitchFamily="34" charset="0"/>
              </a:rPr>
              <a:t>isorder</a:t>
            </a:r>
            <a:r>
              <a:rPr lang="fr-FR" sz="8000" b="1" dirty="0">
                <a:latin typeface="Bahnschrift Condensed" panose="020B0502040204020203" pitchFamily="34" charset="0"/>
              </a:rPr>
              <a:t> </a:t>
            </a:r>
            <a:endParaRPr lang="fr-FR" sz="96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Bahnschrift Condensed" panose="020B0502040204020203" pitchFamily="34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61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869</TotalTime>
  <Words>12</Words>
  <Application>Microsoft Office PowerPoint</Application>
  <PresentationFormat>Custom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Bahnschrift Condensed</vt:lpstr>
      <vt:lpstr>Calibri</vt:lpstr>
      <vt:lpstr>Calibri Light</vt:lpstr>
      <vt:lpstr>Cascadia Code</vt:lpstr>
      <vt:lpstr>Haettenschweiler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Du Chevreuil</dc:creator>
  <cp:lastModifiedBy>Kevin Du Chevreuil</cp:lastModifiedBy>
  <cp:revision>58</cp:revision>
  <dcterms:created xsi:type="dcterms:W3CDTF">2025-12-28T21:51:04Z</dcterms:created>
  <dcterms:modified xsi:type="dcterms:W3CDTF">2026-01-18T12:11:14Z</dcterms:modified>
</cp:coreProperties>
</file>