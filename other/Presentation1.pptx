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8" r:id="rId1"/>
  </p:sldMasterIdLst>
  <p:sldIdLst>
    <p:sldId id="256" r:id="rId2"/>
    <p:sldId id="270" r:id="rId3"/>
    <p:sldId id="271" r:id="rId4"/>
  </p:sldIdLst>
  <p:sldSz cx="9601200" cy="5400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8B29"/>
    <a:srgbClr val="EDF30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722" autoAdjust="0"/>
    <p:restoredTop sz="94660"/>
  </p:normalViewPr>
  <p:slideViewPr>
    <p:cSldViewPr snapToGrid="0">
      <p:cViewPr varScale="1">
        <p:scale>
          <a:sx n="132" d="100"/>
          <a:sy n="132" d="100"/>
        </p:scale>
        <p:origin x="198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00150" y="883861"/>
            <a:ext cx="7200900" cy="1880235"/>
          </a:xfrm>
        </p:spPr>
        <p:txBody>
          <a:bodyPr anchor="b"/>
          <a:lstStyle>
            <a:lvl1pPr algn="ctr">
              <a:defRPr sz="472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0150" y="2836605"/>
            <a:ext cx="7200900" cy="1303913"/>
          </a:xfrm>
        </p:spPr>
        <p:txBody>
          <a:bodyPr/>
          <a:lstStyle>
            <a:lvl1pPr marL="0" indent="0" algn="ctr">
              <a:buNone/>
              <a:defRPr sz="1890"/>
            </a:lvl1pPr>
            <a:lvl2pPr marL="360045" indent="0" algn="ctr">
              <a:buNone/>
              <a:defRPr sz="1575"/>
            </a:lvl2pPr>
            <a:lvl3pPr marL="720090" indent="0" algn="ctr">
              <a:buNone/>
              <a:defRPr sz="1418"/>
            </a:lvl3pPr>
            <a:lvl4pPr marL="1080135" indent="0" algn="ctr">
              <a:buNone/>
              <a:defRPr sz="1260"/>
            </a:lvl4pPr>
            <a:lvl5pPr marL="1440180" indent="0" algn="ctr">
              <a:buNone/>
              <a:defRPr sz="1260"/>
            </a:lvl5pPr>
            <a:lvl6pPr marL="1800225" indent="0" algn="ctr">
              <a:buNone/>
              <a:defRPr sz="1260"/>
            </a:lvl6pPr>
            <a:lvl7pPr marL="2160270" indent="0" algn="ctr">
              <a:buNone/>
              <a:defRPr sz="1260"/>
            </a:lvl7pPr>
            <a:lvl8pPr marL="2520315" indent="0" algn="ctr">
              <a:buNone/>
              <a:defRPr sz="1260"/>
            </a:lvl8pPr>
            <a:lvl9pPr marL="2880360" indent="0" algn="ctr">
              <a:buNone/>
              <a:defRPr sz="12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B85CD-F04B-4F9B-9886-724D2A41584B}" type="datetimeFigureOut">
              <a:rPr lang="fr-FR" smtClean="0"/>
              <a:t>18/01/2026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27E39-59A4-4C46-9ECC-34F6B4E2B6B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974883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B85CD-F04B-4F9B-9886-724D2A41584B}" type="datetimeFigureOut">
              <a:rPr lang="fr-FR" smtClean="0"/>
              <a:t>18/01/2026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27E39-59A4-4C46-9ECC-34F6B4E2B6B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405648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082" y="1346419"/>
            <a:ext cx="8281035" cy="2246530"/>
          </a:xfrm>
        </p:spPr>
        <p:txBody>
          <a:bodyPr anchor="b"/>
          <a:lstStyle>
            <a:lvl1pPr>
              <a:defRPr sz="472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5082" y="3614203"/>
            <a:ext cx="8281035" cy="1181397"/>
          </a:xfrm>
        </p:spPr>
        <p:txBody>
          <a:bodyPr/>
          <a:lstStyle>
            <a:lvl1pPr marL="0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1pPr>
            <a:lvl2pPr marL="360045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2pPr>
            <a:lvl3pPr marL="720090" indent="0">
              <a:buNone/>
              <a:defRPr sz="1418">
                <a:solidFill>
                  <a:schemeClr val="tx1">
                    <a:tint val="75000"/>
                  </a:schemeClr>
                </a:solidFill>
              </a:defRPr>
            </a:lvl3pPr>
            <a:lvl4pPr marL="108013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44018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180022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16027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52031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288036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B85CD-F04B-4F9B-9886-724D2A41584B}" type="datetimeFigureOut">
              <a:rPr lang="fr-FR" smtClean="0"/>
              <a:t>18/01/2026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27E39-59A4-4C46-9ECC-34F6B4E2B6B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15467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083" y="1437680"/>
            <a:ext cx="4080510" cy="342667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60608" y="1437680"/>
            <a:ext cx="4080510" cy="342667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B85CD-F04B-4F9B-9886-724D2A41584B}" type="datetimeFigureOut">
              <a:rPr lang="fr-FR" smtClean="0"/>
              <a:t>18/01/2026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27E39-59A4-4C46-9ECC-34F6B4E2B6B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321048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287536"/>
            <a:ext cx="8281035" cy="104388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1334" y="1323916"/>
            <a:ext cx="4061757" cy="648831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60045" indent="0">
              <a:buNone/>
              <a:defRPr sz="1575" b="1"/>
            </a:lvl2pPr>
            <a:lvl3pPr marL="720090" indent="0">
              <a:buNone/>
              <a:defRPr sz="1418" b="1"/>
            </a:lvl3pPr>
            <a:lvl4pPr marL="1080135" indent="0">
              <a:buNone/>
              <a:defRPr sz="1260" b="1"/>
            </a:lvl4pPr>
            <a:lvl5pPr marL="1440180" indent="0">
              <a:buNone/>
              <a:defRPr sz="1260" b="1"/>
            </a:lvl5pPr>
            <a:lvl6pPr marL="1800225" indent="0">
              <a:buNone/>
              <a:defRPr sz="1260" b="1"/>
            </a:lvl6pPr>
            <a:lvl7pPr marL="2160270" indent="0">
              <a:buNone/>
              <a:defRPr sz="1260" b="1"/>
            </a:lvl7pPr>
            <a:lvl8pPr marL="2520315" indent="0">
              <a:buNone/>
              <a:defRPr sz="1260" b="1"/>
            </a:lvl8pPr>
            <a:lvl9pPr marL="2880360" indent="0">
              <a:buNone/>
              <a:defRPr sz="126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1334" y="1972747"/>
            <a:ext cx="4061757" cy="290161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0607" y="1323916"/>
            <a:ext cx="4081761" cy="648831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60045" indent="0">
              <a:buNone/>
              <a:defRPr sz="1575" b="1"/>
            </a:lvl2pPr>
            <a:lvl3pPr marL="720090" indent="0">
              <a:buNone/>
              <a:defRPr sz="1418" b="1"/>
            </a:lvl3pPr>
            <a:lvl4pPr marL="1080135" indent="0">
              <a:buNone/>
              <a:defRPr sz="1260" b="1"/>
            </a:lvl4pPr>
            <a:lvl5pPr marL="1440180" indent="0">
              <a:buNone/>
              <a:defRPr sz="1260" b="1"/>
            </a:lvl5pPr>
            <a:lvl6pPr marL="1800225" indent="0">
              <a:buNone/>
              <a:defRPr sz="1260" b="1"/>
            </a:lvl6pPr>
            <a:lvl7pPr marL="2160270" indent="0">
              <a:buNone/>
              <a:defRPr sz="1260" b="1"/>
            </a:lvl7pPr>
            <a:lvl8pPr marL="2520315" indent="0">
              <a:buNone/>
              <a:defRPr sz="1260" b="1"/>
            </a:lvl8pPr>
            <a:lvl9pPr marL="2880360" indent="0">
              <a:buNone/>
              <a:defRPr sz="126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60607" y="1972747"/>
            <a:ext cx="4081761" cy="290161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B85CD-F04B-4F9B-9886-724D2A41584B}" type="datetimeFigureOut">
              <a:rPr lang="fr-FR" smtClean="0"/>
              <a:t>18/01/2026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27E39-59A4-4C46-9ECC-34F6B4E2B6B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84030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B85CD-F04B-4F9B-9886-724D2A41584B}" type="datetimeFigureOut">
              <a:rPr lang="fr-FR" smtClean="0"/>
              <a:t>18/01/2026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27E39-59A4-4C46-9ECC-34F6B4E2B6B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716833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B85CD-F04B-4F9B-9886-724D2A41584B}" type="datetimeFigureOut">
              <a:rPr lang="fr-FR" smtClean="0"/>
              <a:t>18/01/2026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27E39-59A4-4C46-9ECC-34F6B4E2B6B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388300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360045"/>
            <a:ext cx="3096637" cy="1260158"/>
          </a:xfrm>
        </p:spPr>
        <p:txBody>
          <a:bodyPr anchor="b"/>
          <a:lstStyle>
            <a:lvl1pPr>
              <a:defRPr sz="2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1760" y="777597"/>
            <a:ext cx="4860608" cy="3837980"/>
          </a:xfrm>
        </p:spPr>
        <p:txBody>
          <a:bodyPr/>
          <a:lstStyle>
            <a:lvl1pPr>
              <a:defRPr sz="2520"/>
            </a:lvl1pPr>
            <a:lvl2pPr>
              <a:defRPr sz="2205"/>
            </a:lvl2pPr>
            <a:lvl3pPr>
              <a:defRPr sz="189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1620202"/>
            <a:ext cx="3096637" cy="3001626"/>
          </a:xfrm>
        </p:spPr>
        <p:txBody>
          <a:bodyPr/>
          <a:lstStyle>
            <a:lvl1pPr marL="0" indent="0">
              <a:buNone/>
              <a:defRPr sz="1260"/>
            </a:lvl1pPr>
            <a:lvl2pPr marL="360045" indent="0">
              <a:buNone/>
              <a:defRPr sz="1103"/>
            </a:lvl2pPr>
            <a:lvl3pPr marL="720090" indent="0">
              <a:buNone/>
              <a:defRPr sz="945"/>
            </a:lvl3pPr>
            <a:lvl4pPr marL="1080135" indent="0">
              <a:buNone/>
              <a:defRPr sz="788"/>
            </a:lvl4pPr>
            <a:lvl5pPr marL="1440180" indent="0">
              <a:buNone/>
              <a:defRPr sz="788"/>
            </a:lvl5pPr>
            <a:lvl6pPr marL="1800225" indent="0">
              <a:buNone/>
              <a:defRPr sz="788"/>
            </a:lvl6pPr>
            <a:lvl7pPr marL="2160270" indent="0">
              <a:buNone/>
              <a:defRPr sz="788"/>
            </a:lvl7pPr>
            <a:lvl8pPr marL="2520315" indent="0">
              <a:buNone/>
              <a:defRPr sz="788"/>
            </a:lvl8pPr>
            <a:lvl9pPr marL="2880360" indent="0">
              <a:buNone/>
              <a:defRPr sz="788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B85CD-F04B-4F9B-9886-724D2A41584B}" type="datetimeFigureOut">
              <a:rPr lang="fr-FR" smtClean="0"/>
              <a:t>18/01/2026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27E39-59A4-4C46-9ECC-34F6B4E2B6B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2843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360045"/>
            <a:ext cx="3096637" cy="1260158"/>
          </a:xfrm>
        </p:spPr>
        <p:txBody>
          <a:bodyPr anchor="b"/>
          <a:lstStyle>
            <a:lvl1pPr>
              <a:defRPr sz="2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81760" y="777597"/>
            <a:ext cx="4860608" cy="3837980"/>
          </a:xfrm>
        </p:spPr>
        <p:txBody>
          <a:bodyPr anchor="t"/>
          <a:lstStyle>
            <a:lvl1pPr marL="0" indent="0">
              <a:buNone/>
              <a:defRPr sz="2520"/>
            </a:lvl1pPr>
            <a:lvl2pPr marL="360045" indent="0">
              <a:buNone/>
              <a:defRPr sz="2205"/>
            </a:lvl2pPr>
            <a:lvl3pPr marL="720090" indent="0">
              <a:buNone/>
              <a:defRPr sz="1890"/>
            </a:lvl3pPr>
            <a:lvl4pPr marL="1080135" indent="0">
              <a:buNone/>
              <a:defRPr sz="1575"/>
            </a:lvl4pPr>
            <a:lvl5pPr marL="1440180" indent="0">
              <a:buNone/>
              <a:defRPr sz="1575"/>
            </a:lvl5pPr>
            <a:lvl6pPr marL="1800225" indent="0">
              <a:buNone/>
              <a:defRPr sz="1575"/>
            </a:lvl6pPr>
            <a:lvl7pPr marL="2160270" indent="0">
              <a:buNone/>
              <a:defRPr sz="1575"/>
            </a:lvl7pPr>
            <a:lvl8pPr marL="2520315" indent="0">
              <a:buNone/>
              <a:defRPr sz="1575"/>
            </a:lvl8pPr>
            <a:lvl9pPr marL="2880360" indent="0">
              <a:buNone/>
              <a:defRPr sz="157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1620202"/>
            <a:ext cx="3096637" cy="3001626"/>
          </a:xfrm>
        </p:spPr>
        <p:txBody>
          <a:bodyPr/>
          <a:lstStyle>
            <a:lvl1pPr marL="0" indent="0">
              <a:buNone/>
              <a:defRPr sz="1260"/>
            </a:lvl1pPr>
            <a:lvl2pPr marL="360045" indent="0">
              <a:buNone/>
              <a:defRPr sz="1103"/>
            </a:lvl2pPr>
            <a:lvl3pPr marL="720090" indent="0">
              <a:buNone/>
              <a:defRPr sz="945"/>
            </a:lvl3pPr>
            <a:lvl4pPr marL="1080135" indent="0">
              <a:buNone/>
              <a:defRPr sz="788"/>
            </a:lvl4pPr>
            <a:lvl5pPr marL="1440180" indent="0">
              <a:buNone/>
              <a:defRPr sz="788"/>
            </a:lvl5pPr>
            <a:lvl6pPr marL="1800225" indent="0">
              <a:buNone/>
              <a:defRPr sz="788"/>
            </a:lvl6pPr>
            <a:lvl7pPr marL="2160270" indent="0">
              <a:buNone/>
              <a:defRPr sz="788"/>
            </a:lvl7pPr>
            <a:lvl8pPr marL="2520315" indent="0">
              <a:buNone/>
              <a:defRPr sz="788"/>
            </a:lvl8pPr>
            <a:lvl9pPr marL="2880360" indent="0">
              <a:buNone/>
              <a:defRPr sz="788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B85CD-F04B-4F9B-9886-724D2A41584B}" type="datetimeFigureOut">
              <a:rPr lang="fr-FR" smtClean="0"/>
              <a:t>18/01/2026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27E39-59A4-4C46-9ECC-34F6B4E2B6B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613448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B85CD-F04B-4F9B-9886-724D2A41584B}" type="datetimeFigureOut">
              <a:rPr lang="fr-FR" smtClean="0"/>
              <a:t>18/01/2026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27E39-59A4-4C46-9ECC-34F6B4E2B6B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308899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0859" y="287536"/>
            <a:ext cx="2070259" cy="45768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60083" y="287536"/>
            <a:ext cx="6090761" cy="4576822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B85CD-F04B-4F9B-9886-724D2A41584B}" type="datetimeFigureOut">
              <a:rPr lang="fr-FR" smtClean="0"/>
              <a:t>18/01/2026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27E39-59A4-4C46-9ECC-34F6B4E2B6B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16378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0083" y="287536"/>
            <a:ext cx="8281035" cy="10438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0083" y="1437680"/>
            <a:ext cx="8281035" cy="34266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0083" y="5005626"/>
            <a:ext cx="2160270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4B85CD-F04B-4F9B-9886-724D2A41584B}" type="datetimeFigureOut">
              <a:rPr lang="fr-FR" smtClean="0"/>
              <a:t>18/01/2026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80398" y="5005626"/>
            <a:ext cx="3240405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80848" y="5005626"/>
            <a:ext cx="2160270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A27E39-59A4-4C46-9ECC-34F6B4E2B6B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347591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txStyles>
    <p:titleStyle>
      <a:lvl1pPr algn="l" defTabSz="720090" rtl="0" eaLnBrk="1" latinLnBrk="0" hangingPunct="1">
        <a:lnSpc>
          <a:spcPct val="90000"/>
        </a:lnSpc>
        <a:spcBef>
          <a:spcPct val="0"/>
        </a:spcBef>
        <a:buNone/>
        <a:defRPr sz="34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23" indent="-180023" algn="l" defTabSz="720090" rtl="0" eaLnBrk="1" latinLnBrk="0" hangingPunct="1">
        <a:lnSpc>
          <a:spcPct val="90000"/>
        </a:lnSpc>
        <a:spcBef>
          <a:spcPts val="788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1pPr>
      <a:lvl2pPr marL="54006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0011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3pPr>
      <a:lvl4pPr marL="126015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4pPr>
      <a:lvl5pPr marL="162020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5pPr>
      <a:lvl6pPr marL="198024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6pPr>
      <a:lvl7pPr marL="234029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7pPr>
      <a:lvl8pPr marL="270033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8pPr>
      <a:lvl9pPr marL="306038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1pPr>
      <a:lvl2pPr marL="36004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2pPr>
      <a:lvl3pPr marL="72009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3pPr>
      <a:lvl4pPr marL="108013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4pPr>
      <a:lvl5pPr marL="144018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5pPr>
      <a:lvl6pPr marL="180022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6pPr>
      <a:lvl7pPr marL="216027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7pPr>
      <a:lvl8pPr marL="252031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8pPr>
      <a:lvl9pPr marL="288036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26" Type="http://schemas.openxmlformats.org/officeDocument/2006/relationships/image" Target="../media/image25.sv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2" Type="http://schemas.openxmlformats.org/officeDocument/2006/relationships/image" Target="../media/image1.jpg"/><Relationship Id="rId16" Type="http://schemas.openxmlformats.org/officeDocument/2006/relationships/image" Target="../media/image15.svg"/><Relationship Id="rId20" Type="http://schemas.openxmlformats.org/officeDocument/2006/relationships/image" Target="../media/image19.svg"/><Relationship Id="rId29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24" Type="http://schemas.openxmlformats.org/officeDocument/2006/relationships/image" Target="../media/image23.svg"/><Relationship Id="rId32" Type="http://schemas.openxmlformats.org/officeDocument/2006/relationships/image" Target="../media/image31.sv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svg"/><Relationship Id="rId10" Type="http://schemas.openxmlformats.org/officeDocument/2006/relationships/image" Target="../media/image9.sv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" Type="http://schemas.openxmlformats.org/officeDocument/2006/relationships/image" Target="../media/image3.svg"/><Relationship Id="rId9" Type="http://schemas.openxmlformats.org/officeDocument/2006/relationships/image" Target="../media/image8.png"/><Relationship Id="rId14" Type="http://schemas.openxmlformats.org/officeDocument/2006/relationships/image" Target="../media/image13.svg"/><Relationship Id="rId22" Type="http://schemas.openxmlformats.org/officeDocument/2006/relationships/image" Target="../media/image21.svg"/><Relationship Id="rId27" Type="http://schemas.openxmlformats.org/officeDocument/2006/relationships/image" Target="../media/image26.png"/><Relationship Id="rId30" Type="http://schemas.openxmlformats.org/officeDocument/2006/relationships/image" Target="../media/image29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26" Type="http://schemas.openxmlformats.org/officeDocument/2006/relationships/image" Target="../media/image25.sv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2" Type="http://schemas.openxmlformats.org/officeDocument/2006/relationships/image" Target="../media/image1.jpg"/><Relationship Id="rId16" Type="http://schemas.openxmlformats.org/officeDocument/2006/relationships/image" Target="../media/image15.svg"/><Relationship Id="rId20" Type="http://schemas.openxmlformats.org/officeDocument/2006/relationships/image" Target="../media/image19.svg"/><Relationship Id="rId29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24" Type="http://schemas.openxmlformats.org/officeDocument/2006/relationships/image" Target="../media/image23.svg"/><Relationship Id="rId32" Type="http://schemas.openxmlformats.org/officeDocument/2006/relationships/image" Target="../media/image31.sv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svg"/><Relationship Id="rId10" Type="http://schemas.openxmlformats.org/officeDocument/2006/relationships/image" Target="../media/image9.sv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" Type="http://schemas.openxmlformats.org/officeDocument/2006/relationships/image" Target="../media/image3.svg"/><Relationship Id="rId9" Type="http://schemas.openxmlformats.org/officeDocument/2006/relationships/image" Target="../media/image8.png"/><Relationship Id="rId14" Type="http://schemas.openxmlformats.org/officeDocument/2006/relationships/image" Target="../media/image13.svg"/><Relationship Id="rId22" Type="http://schemas.openxmlformats.org/officeDocument/2006/relationships/image" Target="../media/image21.svg"/><Relationship Id="rId27" Type="http://schemas.openxmlformats.org/officeDocument/2006/relationships/image" Target="../media/image26.png"/><Relationship Id="rId30" Type="http://schemas.openxmlformats.org/officeDocument/2006/relationships/image" Target="../media/image29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26" Type="http://schemas.openxmlformats.org/officeDocument/2006/relationships/image" Target="../media/image25.sv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2" Type="http://schemas.openxmlformats.org/officeDocument/2006/relationships/image" Target="../media/image32.jpg"/><Relationship Id="rId16" Type="http://schemas.openxmlformats.org/officeDocument/2006/relationships/image" Target="../media/image15.svg"/><Relationship Id="rId20" Type="http://schemas.openxmlformats.org/officeDocument/2006/relationships/image" Target="../media/image19.svg"/><Relationship Id="rId29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24" Type="http://schemas.openxmlformats.org/officeDocument/2006/relationships/image" Target="../media/image23.svg"/><Relationship Id="rId32" Type="http://schemas.openxmlformats.org/officeDocument/2006/relationships/image" Target="../media/image31.sv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svg"/><Relationship Id="rId10" Type="http://schemas.openxmlformats.org/officeDocument/2006/relationships/image" Target="../media/image9.sv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" Type="http://schemas.openxmlformats.org/officeDocument/2006/relationships/image" Target="../media/image3.svg"/><Relationship Id="rId9" Type="http://schemas.openxmlformats.org/officeDocument/2006/relationships/image" Target="../media/image8.png"/><Relationship Id="rId14" Type="http://schemas.openxmlformats.org/officeDocument/2006/relationships/image" Target="../media/image13.svg"/><Relationship Id="rId22" Type="http://schemas.openxmlformats.org/officeDocument/2006/relationships/image" Target="../media/image21.svg"/><Relationship Id="rId27" Type="http://schemas.openxmlformats.org/officeDocument/2006/relationships/image" Target="../media/image26.png"/><Relationship Id="rId30" Type="http://schemas.openxmlformats.org/officeDocument/2006/relationships/image" Target="../media/image2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98CA9B4B-5D91-4071-A4C3-F4EF2F4A8FE8}"/>
              </a:ext>
            </a:extLst>
          </p:cNvPr>
          <p:cNvSpPr/>
          <p:nvPr/>
        </p:nvSpPr>
        <p:spPr>
          <a:xfrm>
            <a:off x="0" y="0"/>
            <a:ext cx="2371725" cy="5400675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98007B-0909-4E51-B563-BB6E7F05636A}"/>
              </a:ext>
            </a:extLst>
          </p:cNvPr>
          <p:cNvSpPr txBox="1"/>
          <p:nvPr/>
        </p:nvSpPr>
        <p:spPr>
          <a:xfrm>
            <a:off x="0" y="-2262"/>
            <a:ext cx="960120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3800" b="1" dirty="0" err="1">
                <a:ln w="57150">
                  <a:solidFill>
                    <a:schemeClr val="tx1"/>
                  </a:solidFill>
                  <a:prstDash val="solid"/>
                </a:ln>
                <a:noFill/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Haettenschweiler" panose="020B0706040902060204" pitchFamily="34" charset="0"/>
                <a:cs typeface="Cascadia Code" panose="020B0609020000020004" pitchFamily="49" charset="0"/>
              </a:rPr>
              <a:t>Tactical</a:t>
            </a:r>
            <a:endParaRPr lang="fr-FR" sz="13800" b="1" dirty="0">
              <a:ln w="57150">
                <a:solidFill>
                  <a:schemeClr val="tx1"/>
                </a:solidFill>
                <a:prstDash val="solid"/>
              </a:ln>
              <a:noFill/>
              <a:effectLst>
                <a:glow rad="228600">
                  <a:schemeClr val="accent3">
                    <a:satMod val="175000"/>
                    <a:alpha val="40000"/>
                  </a:schemeClr>
                </a:glow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  <a:latin typeface="Haettenschweiler" panose="020B0706040902060204" pitchFamily="34" charset="0"/>
              <a:cs typeface="Cascadia Code" panose="020B0609020000020004" pitchFamily="49" charset="0"/>
            </a:endParaRPr>
          </a:p>
          <a:p>
            <a:pPr algn="ctr"/>
            <a:endParaRPr lang="fr-FR" sz="6000" b="1" dirty="0">
              <a:ln w="57150">
                <a:solidFill>
                  <a:schemeClr val="tx1"/>
                </a:solidFill>
                <a:prstDash val="solid"/>
              </a:ln>
              <a:noFill/>
              <a:effectLst>
                <a:glow rad="228600">
                  <a:schemeClr val="accent3">
                    <a:satMod val="175000"/>
                    <a:alpha val="40000"/>
                  </a:schemeClr>
                </a:glow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  <a:latin typeface="Haettenschweiler" panose="020B0706040902060204" pitchFamily="34" charset="0"/>
              <a:cs typeface="Cascadia Code" panose="020B0609020000020004" pitchFamily="49" charset="0"/>
            </a:endParaRPr>
          </a:p>
          <a:p>
            <a:pPr algn="ctr"/>
            <a:r>
              <a:rPr lang="fr-FR" sz="13800" b="1" dirty="0" err="1">
                <a:ln w="57150">
                  <a:solidFill>
                    <a:schemeClr val="tx1"/>
                  </a:solidFill>
                  <a:prstDash val="solid"/>
                </a:ln>
                <a:noFill/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Haettenschweiler" panose="020B0706040902060204" pitchFamily="34" charset="0"/>
                <a:cs typeface="Cascadia Code" panose="020B0609020000020004" pitchFamily="49" charset="0"/>
              </a:rPr>
              <a:t>Sandbox</a:t>
            </a:r>
            <a:endParaRPr lang="fr-FR" sz="13800" b="1" dirty="0">
              <a:ln w="57150">
                <a:solidFill>
                  <a:schemeClr val="tx1"/>
                </a:solidFill>
                <a:prstDash val="solid"/>
              </a:ln>
              <a:noFill/>
              <a:effectLst>
                <a:glow rad="228600">
                  <a:schemeClr val="accent3">
                    <a:satMod val="175000"/>
                    <a:alpha val="40000"/>
                  </a:schemeClr>
                </a:glow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  <a:latin typeface="Haettenschweiler" panose="020B0706040902060204" pitchFamily="34" charset="0"/>
              <a:cs typeface="Cascadia Code" panose="020B0609020000020004" pitchFamily="49" charset="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241408D-0600-4003-8CD4-72376F6E4A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3063" y="267897"/>
            <a:ext cx="826141" cy="550762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3D1F76A4-A727-4F5B-8FB9-E51014BEB53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35206" y="2103925"/>
            <a:ext cx="826143" cy="550762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5C20323C-FFA2-42E6-BDFE-55FE1F72343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41748" y="4608394"/>
            <a:ext cx="791072" cy="540275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9BE439AA-0516-4186-BAB8-36F67CCF49C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17990" y="2091617"/>
            <a:ext cx="826143" cy="550762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E4AFE7A4-9C71-4DC1-A6E2-B2A1D08A9BB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24213" y="3362289"/>
            <a:ext cx="826143" cy="550762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C4430AE8-860D-448F-91CE-5BB1842E018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91630" y="1474743"/>
            <a:ext cx="826143" cy="550762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65D0592C-FEBD-4ABE-A26A-9AC039EA0AA5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217990" y="2726669"/>
            <a:ext cx="815341" cy="550762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8B960980-BD16-4A7A-A92A-3D1DCBE3C204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191630" y="857869"/>
            <a:ext cx="815149" cy="550762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F4F0CF4F-AF56-4A8A-A75C-A7167EDBE310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217990" y="4603150"/>
            <a:ext cx="826143" cy="550762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43E6784A-7742-48C9-AA43-E1F09B9501FA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335206" y="1474743"/>
            <a:ext cx="826143" cy="550762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D6BE561D-720D-4BB9-B521-35D66E1E6B90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324214" y="2733107"/>
            <a:ext cx="826143" cy="550762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43827B32-70E0-4BB7-8D8F-C9FA5E6CCBF1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217992" y="3998591"/>
            <a:ext cx="826141" cy="555613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EA3BAED-2345-4043-8F8B-52E35CC1F5A7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207189" y="3363539"/>
            <a:ext cx="826142" cy="55744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2B8667AC-C80B-43AA-99C0-AF31456C8036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335205" y="3991471"/>
            <a:ext cx="826143" cy="538503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43181FCA-0FD8-4740-8120-80DB885A3E6B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335206" y="845561"/>
            <a:ext cx="815151" cy="55076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59F3BB9-4A14-43EA-BE08-F7545E444ACA}"/>
              </a:ext>
            </a:extLst>
          </p:cNvPr>
          <p:cNvSpPr/>
          <p:nvPr/>
        </p:nvSpPr>
        <p:spPr>
          <a:xfrm rot="5400000">
            <a:off x="6351635" y="1129055"/>
            <a:ext cx="4450257" cy="31547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19900" b="1" dirty="0">
                <a:ln w="57150">
                  <a:solidFill>
                    <a:schemeClr val="tx1"/>
                  </a:solidFill>
                  <a:prstDash val="solid"/>
                </a:ln>
                <a:solidFill>
                  <a:srgbClr val="FF0000"/>
                </a:solidFill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Haettenschweiler" panose="020B0706040902060204" pitchFamily="34" charset="0"/>
                <a:cs typeface="Cascadia Code" panose="020B0609020000020004" pitchFamily="49" charset="0"/>
              </a:rPr>
              <a:t>ALTIS</a:t>
            </a:r>
          </a:p>
        </p:txBody>
      </p:sp>
    </p:spTree>
    <p:extLst>
      <p:ext uri="{BB962C8B-B14F-4D97-AF65-F5344CB8AC3E}">
        <p14:creationId xmlns:p14="http://schemas.microsoft.com/office/powerpoint/2010/main" val="26373285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A9AF021B-6C0D-489C-810F-C12F57636207}"/>
              </a:ext>
            </a:extLst>
          </p:cNvPr>
          <p:cNvSpPr/>
          <p:nvPr/>
        </p:nvSpPr>
        <p:spPr>
          <a:xfrm>
            <a:off x="0" y="0"/>
            <a:ext cx="2371725" cy="5400675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98007B-0909-4E51-B563-BB6E7F05636A}"/>
              </a:ext>
            </a:extLst>
          </p:cNvPr>
          <p:cNvSpPr txBox="1"/>
          <p:nvPr/>
        </p:nvSpPr>
        <p:spPr>
          <a:xfrm>
            <a:off x="83561" y="16788"/>
            <a:ext cx="960120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3800" b="1" dirty="0" err="1">
                <a:ln w="57150">
                  <a:solidFill>
                    <a:schemeClr val="tx1"/>
                  </a:solidFill>
                  <a:prstDash val="solid"/>
                </a:ln>
                <a:noFill/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Haettenschweiler" panose="020B0706040902060204" pitchFamily="34" charset="0"/>
                <a:cs typeface="Cascadia Code" panose="020B0609020000020004" pitchFamily="49" charset="0"/>
              </a:rPr>
              <a:t>Tactical</a:t>
            </a:r>
            <a:endParaRPr lang="fr-FR" sz="13800" b="1" dirty="0">
              <a:ln w="57150">
                <a:solidFill>
                  <a:schemeClr val="tx1"/>
                </a:solidFill>
                <a:prstDash val="solid"/>
              </a:ln>
              <a:noFill/>
              <a:effectLst>
                <a:glow rad="228600">
                  <a:schemeClr val="accent3">
                    <a:satMod val="175000"/>
                    <a:alpha val="40000"/>
                  </a:schemeClr>
                </a:glow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  <a:latin typeface="Haettenschweiler" panose="020B0706040902060204" pitchFamily="34" charset="0"/>
              <a:cs typeface="Cascadia Code" panose="020B0609020000020004" pitchFamily="49" charset="0"/>
            </a:endParaRPr>
          </a:p>
          <a:p>
            <a:pPr algn="ctr"/>
            <a:endParaRPr lang="fr-FR" sz="6000" b="1" dirty="0">
              <a:ln w="57150">
                <a:solidFill>
                  <a:schemeClr val="tx1"/>
                </a:solidFill>
                <a:prstDash val="solid"/>
              </a:ln>
              <a:noFill/>
              <a:effectLst>
                <a:glow rad="228600">
                  <a:schemeClr val="accent3">
                    <a:satMod val="175000"/>
                    <a:alpha val="40000"/>
                  </a:schemeClr>
                </a:glow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  <a:latin typeface="Haettenschweiler" panose="020B0706040902060204" pitchFamily="34" charset="0"/>
              <a:cs typeface="Cascadia Code" panose="020B0609020000020004" pitchFamily="49" charset="0"/>
            </a:endParaRPr>
          </a:p>
          <a:p>
            <a:pPr algn="ctr"/>
            <a:r>
              <a:rPr lang="fr-FR" sz="13800" b="1" dirty="0" err="1">
                <a:ln w="57150">
                  <a:solidFill>
                    <a:schemeClr val="tx1"/>
                  </a:solidFill>
                  <a:prstDash val="solid"/>
                </a:ln>
                <a:noFill/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Haettenschweiler" panose="020B0706040902060204" pitchFamily="34" charset="0"/>
                <a:cs typeface="Cascadia Code" panose="020B0609020000020004" pitchFamily="49" charset="0"/>
              </a:rPr>
              <a:t>Sandbox</a:t>
            </a:r>
            <a:endParaRPr lang="fr-FR" sz="13800" b="1" dirty="0">
              <a:ln w="57150">
                <a:solidFill>
                  <a:schemeClr val="tx1"/>
                </a:solidFill>
                <a:prstDash val="solid"/>
              </a:ln>
              <a:noFill/>
              <a:effectLst>
                <a:glow rad="228600">
                  <a:schemeClr val="accent3">
                    <a:satMod val="175000"/>
                    <a:alpha val="40000"/>
                  </a:schemeClr>
                </a:glow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  <a:latin typeface="Haettenschweiler" panose="020B0706040902060204" pitchFamily="34" charset="0"/>
              <a:cs typeface="Cascadia Code" panose="020B0609020000020004" pitchFamily="49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59F3BB9-4A14-43EA-BE08-F7545E444ACA}"/>
              </a:ext>
            </a:extLst>
          </p:cNvPr>
          <p:cNvSpPr/>
          <p:nvPr/>
        </p:nvSpPr>
        <p:spPr>
          <a:xfrm rot="5400000">
            <a:off x="6279501" y="1598414"/>
            <a:ext cx="4594528" cy="221599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13800" b="1" dirty="0">
                <a:ln w="57150">
                  <a:solidFill>
                    <a:schemeClr val="tx1"/>
                  </a:solidFill>
                  <a:prstDash val="solid"/>
                </a:ln>
                <a:solidFill>
                  <a:srgbClr val="FF0000"/>
                </a:solidFill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Haettenschweiler" panose="020B0706040902060204" pitchFamily="34" charset="0"/>
                <a:cs typeface="Cascadia Code" panose="020B0609020000020004" pitchFamily="49" charset="0"/>
              </a:rPr>
              <a:t>STRATIS</a:t>
            </a:r>
          </a:p>
        </p:txBody>
      </p:sp>
      <p:pic>
        <p:nvPicPr>
          <p:cNvPr id="23" name="Graphic 22">
            <a:extLst>
              <a:ext uri="{FF2B5EF4-FFF2-40B4-BE49-F238E27FC236}">
                <a16:creationId xmlns:a16="http://schemas.microsoft.com/office/drawing/2014/main" id="{50DF480E-13CE-4A76-8D54-6AB9E89274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3063" y="267897"/>
            <a:ext cx="826141" cy="550762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ED384FD8-B389-4287-8A3A-65A6EE422C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35206" y="2103925"/>
            <a:ext cx="826143" cy="550762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5712FDEC-22EE-4C88-A947-38733EEEFB2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41748" y="4608394"/>
            <a:ext cx="791072" cy="540275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8348D646-8696-4727-83D3-0AF0C505C1E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17990" y="2091617"/>
            <a:ext cx="826143" cy="550762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AA699537-C407-4E58-941F-C8D0E3FA4EA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24213" y="3362289"/>
            <a:ext cx="826143" cy="550762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D2914DF3-F1D8-46C8-862D-DFC4CA911CC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91630" y="1474743"/>
            <a:ext cx="826143" cy="550762"/>
          </a:xfrm>
          <a:prstGeom prst="rect">
            <a:avLst/>
          </a:prstGeom>
        </p:spPr>
      </p:pic>
      <p:pic>
        <p:nvPicPr>
          <p:cNvPr id="32" name="Graphic 31">
            <a:extLst>
              <a:ext uri="{FF2B5EF4-FFF2-40B4-BE49-F238E27FC236}">
                <a16:creationId xmlns:a16="http://schemas.microsoft.com/office/drawing/2014/main" id="{0845C48D-D89F-4B5F-917F-8C88EC7558C5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217990" y="2726669"/>
            <a:ext cx="815341" cy="550762"/>
          </a:xfrm>
          <a:prstGeom prst="rect">
            <a:avLst/>
          </a:prstGeom>
        </p:spPr>
      </p:pic>
      <p:pic>
        <p:nvPicPr>
          <p:cNvPr id="34" name="Graphic 33">
            <a:extLst>
              <a:ext uri="{FF2B5EF4-FFF2-40B4-BE49-F238E27FC236}">
                <a16:creationId xmlns:a16="http://schemas.microsoft.com/office/drawing/2014/main" id="{F2255919-2A64-4885-9C64-D78E2E4EA636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191630" y="857869"/>
            <a:ext cx="815149" cy="550762"/>
          </a:xfrm>
          <a:prstGeom prst="rect">
            <a:avLst/>
          </a:prstGeom>
        </p:spPr>
      </p:pic>
      <p:pic>
        <p:nvPicPr>
          <p:cNvPr id="35" name="Graphic 34">
            <a:extLst>
              <a:ext uri="{FF2B5EF4-FFF2-40B4-BE49-F238E27FC236}">
                <a16:creationId xmlns:a16="http://schemas.microsoft.com/office/drawing/2014/main" id="{5FAFB827-0452-4080-A11C-A5E3ADE21835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217990" y="4603150"/>
            <a:ext cx="826143" cy="550762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5FC345DB-9D65-4831-8282-2C147A201009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335206" y="1474743"/>
            <a:ext cx="826143" cy="550762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1A97879E-C2D0-4DC7-95B3-FFE6FA72C313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324214" y="2733107"/>
            <a:ext cx="826143" cy="550762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77444769-E3A3-42B4-8C9D-DF350B65881A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217992" y="3998591"/>
            <a:ext cx="826141" cy="555613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4A495ACD-C9C6-42F3-BA52-9ADE05D392BB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207189" y="3363539"/>
            <a:ext cx="826142" cy="557440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98DB4B60-461F-4B19-8D91-64C4A864DB20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335205" y="3991471"/>
            <a:ext cx="826143" cy="538503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58C6CCC9-078E-45B0-85A2-BB81D5E4FDA9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335206" y="845561"/>
            <a:ext cx="815151" cy="550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8825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D132E1F-E4E1-4364-84A9-8F37C70B768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8052" r="14477"/>
          <a:stretch/>
        </p:blipFill>
        <p:spPr>
          <a:xfrm>
            <a:off x="616857" y="267897"/>
            <a:ext cx="8984343" cy="5241280"/>
          </a:xfrm>
          <a:prstGeom prst="rect">
            <a:avLst/>
          </a:prstGeom>
          <a:effectLst>
            <a:softEdge rad="635000"/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E98007B-0909-4E51-B563-BB6E7F05636A}"/>
              </a:ext>
            </a:extLst>
          </p:cNvPr>
          <p:cNvSpPr txBox="1"/>
          <p:nvPr/>
        </p:nvSpPr>
        <p:spPr>
          <a:xfrm>
            <a:off x="186472" y="30788"/>
            <a:ext cx="8861503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500" b="1" i="1" dirty="0">
                <a:solidFill>
                  <a:schemeClr val="accent4">
                    <a:lumMod val="60000"/>
                    <a:lumOff val="40000"/>
                  </a:schemeClr>
                </a:solidFill>
                <a:latin typeface="Impact" panose="020B0806030902050204" pitchFamily="34" charset="0"/>
              </a:rPr>
              <a:t>A</a:t>
            </a:r>
            <a:r>
              <a:rPr lang="fr-FR" sz="11500" b="1" i="1" dirty="0">
                <a:latin typeface="Impact" panose="020B0806030902050204" pitchFamily="34" charset="0"/>
              </a:rPr>
              <a:t>cute </a:t>
            </a:r>
            <a:r>
              <a:rPr lang="fr-FR" sz="11500" b="1" i="1" dirty="0">
                <a:solidFill>
                  <a:schemeClr val="accent4">
                    <a:lumMod val="60000"/>
                    <a:lumOff val="40000"/>
                  </a:schemeClr>
                </a:solidFill>
                <a:latin typeface="Impact" panose="020B0806030902050204" pitchFamily="34" charset="0"/>
              </a:rPr>
              <a:t>S</a:t>
            </a:r>
            <a:r>
              <a:rPr lang="fr-FR" sz="11500" b="1" i="1" dirty="0">
                <a:latin typeface="Impact" panose="020B0806030902050204" pitchFamily="34" charset="0"/>
              </a:rPr>
              <a:t>tress </a:t>
            </a:r>
          </a:p>
          <a:p>
            <a:r>
              <a:rPr lang="fr-FR" sz="11500" b="1" i="1" dirty="0" err="1">
                <a:solidFill>
                  <a:schemeClr val="accent4">
                    <a:lumMod val="60000"/>
                    <a:lumOff val="40000"/>
                  </a:schemeClr>
                </a:solidFill>
                <a:latin typeface="Impact" panose="020B0806030902050204" pitchFamily="34" charset="0"/>
              </a:rPr>
              <a:t>D</a:t>
            </a:r>
            <a:r>
              <a:rPr lang="fr-FR" sz="11500" b="1" i="1" dirty="0" err="1">
                <a:latin typeface="Impact" panose="020B0806030902050204" pitchFamily="34" charset="0"/>
              </a:rPr>
              <a:t>isorder</a:t>
            </a:r>
            <a:r>
              <a:rPr lang="fr-FR" sz="11500" b="1" dirty="0">
                <a:latin typeface="Impact" panose="020B0806030902050204" pitchFamily="34" charset="0"/>
              </a:rPr>
              <a:t> </a:t>
            </a:r>
            <a:endParaRPr lang="fr-FR" sz="16600" b="1" dirty="0">
              <a:ln w="57150">
                <a:solidFill>
                  <a:schemeClr val="tx1"/>
                </a:solidFill>
                <a:prstDash val="solid"/>
              </a:ln>
              <a:noFill/>
              <a:effectLst>
                <a:glow rad="228600">
                  <a:schemeClr val="accent3">
                    <a:satMod val="175000"/>
                    <a:alpha val="40000"/>
                  </a:schemeClr>
                </a:glow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  <a:latin typeface="Impact" panose="020B0806030902050204" pitchFamily="34" charset="0"/>
              <a:cs typeface="Cascadia Code" panose="020B0609020000020004" pitchFamily="49" charset="0"/>
            </a:endParaRP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019C62CE-8323-4BAA-BC0F-466EE62240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3787" y="3387170"/>
            <a:ext cx="781370" cy="550762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BDEA7D66-3F0E-4420-86D6-1830D3391AE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4456" y="3990173"/>
            <a:ext cx="826143" cy="550762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4BE6C71A-2051-4AEF-8BFB-EFFA9992BB7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86472" y="4600854"/>
            <a:ext cx="791072" cy="540275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4AED6475-FC41-4B8C-B10C-3772AD2ECEA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815342" y="3980375"/>
            <a:ext cx="826143" cy="550762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E896FE6E-C5FD-40B8-890C-B35A6DED59A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597642" y="4602585"/>
            <a:ext cx="826143" cy="550762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CACF4FAF-F11B-4F83-A793-21BE66EB8B1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717592" y="3980375"/>
            <a:ext cx="826143" cy="550762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C81D1E1E-EDB7-442A-A3FE-75CEAA97650A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486890" y="4597638"/>
            <a:ext cx="815341" cy="550762"/>
          </a:xfrm>
          <a:prstGeom prst="rect">
            <a:avLst/>
          </a:prstGeom>
        </p:spPr>
      </p:pic>
      <p:pic>
        <p:nvPicPr>
          <p:cNvPr id="32" name="Graphic 31">
            <a:extLst>
              <a:ext uri="{FF2B5EF4-FFF2-40B4-BE49-F238E27FC236}">
                <a16:creationId xmlns:a16="http://schemas.microsoft.com/office/drawing/2014/main" id="{1CC851EA-4C0D-4823-A9D1-923AC551A2DC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603138" y="3980375"/>
            <a:ext cx="815149" cy="550762"/>
          </a:xfrm>
          <a:prstGeom prst="rect">
            <a:avLst/>
          </a:prstGeom>
        </p:spPr>
      </p:pic>
      <p:pic>
        <p:nvPicPr>
          <p:cNvPr id="34" name="Graphic 33">
            <a:extLst>
              <a:ext uri="{FF2B5EF4-FFF2-40B4-BE49-F238E27FC236}">
                <a16:creationId xmlns:a16="http://schemas.microsoft.com/office/drawing/2014/main" id="{FAF709F6-CF1D-4483-86D9-C00AE0439BD9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040650" y="4602585"/>
            <a:ext cx="826143" cy="550762"/>
          </a:xfrm>
          <a:prstGeom prst="rect">
            <a:avLst/>
          </a:prstGeom>
        </p:spPr>
      </p:pic>
      <p:pic>
        <p:nvPicPr>
          <p:cNvPr id="35" name="Graphic 34">
            <a:extLst>
              <a:ext uri="{FF2B5EF4-FFF2-40B4-BE49-F238E27FC236}">
                <a16:creationId xmlns:a16="http://schemas.microsoft.com/office/drawing/2014/main" id="{8567A6F1-9D98-4F56-BBDB-D496165675AE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94084" y="3999582"/>
            <a:ext cx="791072" cy="550762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B9364EEE-582E-4F89-9743-05D59B9F4F11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929899" y="3980375"/>
            <a:ext cx="826143" cy="550762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2D0247A7-6B70-4711-9F3E-6EF65CEC038D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929899" y="4592787"/>
            <a:ext cx="826141" cy="555613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10B8E2C6-988E-44C0-9347-8F181D823825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3708395" y="4600854"/>
            <a:ext cx="826142" cy="557440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0491BEF9-C2CF-4DC1-9FC0-567497A6E53A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2819146" y="4609897"/>
            <a:ext cx="826143" cy="538503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411E96C1-C65F-47C4-BC7F-9E870FC1F8BE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5477690" y="3961480"/>
            <a:ext cx="824541" cy="557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6156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469</TotalTime>
  <Words>9</Words>
  <Application>Microsoft Office PowerPoint</Application>
  <PresentationFormat>Custom</PresentationFormat>
  <Paragraphs>10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Arial</vt:lpstr>
      <vt:lpstr>Calibri</vt:lpstr>
      <vt:lpstr>Calibri Light</vt:lpstr>
      <vt:lpstr>Cascadia Code</vt:lpstr>
      <vt:lpstr>Haettenschweiler</vt:lpstr>
      <vt:lpstr>Impact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Kevin Du Chevreuil</dc:creator>
  <cp:lastModifiedBy>Kevin Du Chevreuil</cp:lastModifiedBy>
  <cp:revision>47</cp:revision>
  <dcterms:created xsi:type="dcterms:W3CDTF">2025-12-28T21:51:04Z</dcterms:created>
  <dcterms:modified xsi:type="dcterms:W3CDTF">2026-01-18T06:46:04Z</dcterms:modified>
</cp:coreProperties>
</file>